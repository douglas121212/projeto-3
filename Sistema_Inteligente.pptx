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69" r:id="rId5"/>
    <p:sldId id="258" r:id="rId6"/>
    <p:sldId id="272" r:id="rId7"/>
    <p:sldId id="267" r:id="rId8"/>
    <p:sldId id="260" r:id="rId9"/>
    <p:sldId id="275" r:id="rId10"/>
    <p:sldId id="276" r:id="rId11"/>
    <p:sldId id="277" r:id="rId12"/>
    <p:sldId id="278" r:id="rId13"/>
    <p:sldId id="273" r:id="rId14"/>
    <p:sldId id="264" r:id="rId15"/>
    <p:sldId id="26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61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19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16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32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76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47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78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45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97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0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011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74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5786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31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685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29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8E410-8316-4C74-8076-D088DA1DE389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FFF887-5907-46EA-9D8B-B0925B5948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54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293756" cy="1646302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Sistema</a:t>
            </a:r>
            <a:r>
              <a:rPr lang="pt-BR" b="1" dirty="0" smtClean="0"/>
              <a:t> </a:t>
            </a:r>
            <a:r>
              <a:rPr lang="pt-BR" b="1" dirty="0" smtClean="0"/>
              <a:t>Inteligente</a:t>
            </a:r>
            <a:br>
              <a:rPr lang="pt-BR" b="1" dirty="0" smtClean="0"/>
            </a:br>
            <a:r>
              <a:rPr lang="pt-BR" b="1" dirty="0" smtClean="0"/>
              <a:t>para Cachorros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932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que é?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projeto é um sistema de monitoramento inteligente para animais de estimação, focado em cachorros. Ele simula sensores que medem: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Nível de água em um pote.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Temperatura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da água.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7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que é?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Presença do cachorro.( o sensor simula uma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coleira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Coleira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sensores sobre a saúde do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cachorro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Sensor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para identificação do cão 1 e cão 2.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Batimentos cardíacos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assos dados em determinada marcação.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167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 que é o Projeto?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sistema gera alertas automáticos quando a temperatura está alta, quando o nível de água está baixo ou quando ambos acontecem simultaneamente. Além disso, produz um relatório diário do consumo de água do cachorro.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Em termos práticos, é como ter um assistente digital que monitora a saúde e o bem-estar do seu pet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181492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Ideia de implementação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Python → é a linguagem usada para simular os sensores e gerar a lógica dos alertas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Ele cria valores (como temperatura, passos, batimentos, nível de água) e envia essas informações para o servidor MQTT.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6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Ideia de implementação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HiveMQ Cloud Broker → é o servidor responsável por receber essas mensagens enviadas pelo Python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MQTT X → é o programa que assina os tópicos no HiveMQ e recebe as mensagens em tempo real.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40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Ideia de implementação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413614"/>
            <a:ext cx="8596668" cy="3880773"/>
          </a:xfrm>
        </p:spPr>
        <p:txBody>
          <a:bodyPr/>
          <a:lstStyle/>
          <a:p>
            <a:r>
              <a:rPr lang="pt-BR" dirty="0" smtClean="0"/>
              <a:t>Esquema: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304" y="4593936"/>
            <a:ext cx="1061485" cy="1344547"/>
          </a:xfrm>
          <a:prstGeom prst="rect">
            <a:avLst/>
          </a:prstGeom>
        </p:spPr>
      </p:pic>
      <p:sp>
        <p:nvSpPr>
          <p:cNvPr id="9" name="Seta para a direita 8"/>
          <p:cNvSpPr/>
          <p:nvPr/>
        </p:nvSpPr>
        <p:spPr>
          <a:xfrm rot="19336462">
            <a:off x="2618087" y="4507529"/>
            <a:ext cx="1133341" cy="1728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a direita 10"/>
          <p:cNvSpPr/>
          <p:nvPr/>
        </p:nvSpPr>
        <p:spPr>
          <a:xfrm>
            <a:off x="6255332" y="5313930"/>
            <a:ext cx="1111384" cy="382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540913" y="2215166"/>
            <a:ext cx="2643844" cy="41469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 para a direita 13"/>
          <p:cNvSpPr/>
          <p:nvPr/>
        </p:nvSpPr>
        <p:spPr>
          <a:xfrm>
            <a:off x="3103119" y="5272134"/>
            <a:ext cx="1111384" cy="382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direita 14"/>
          <p:cNvSpPr/>
          <p:nvPr/>
        </p:nvSpPr>
        <p:spPr>
          <a:xfrm rot="21368624">
            <a:off x="2241788" y="3885471"/>
            <a:ext cx="1133341" cy="1728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80031" y="3541531"/>
            <a:ext cx="1747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Sensor de nível</a:t>
            </a:r>
          </a:p>
          <a:p>
            <a:r>
              <a:rPr lang="pt-BR" dirty="0" smtClean="0"/>
              <a:t>Da água 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4288495" y="5247103"/>
            <a:ext cx="196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Biblioteca </a:t>
            </a:r>
            <a:r>
              <a:rPr lang="pt-BR" dirty="0"/>
              <a:t>P</a:t>
            </a:r>
            <a:r>
              <a:rPr lang="pt-BR" dirty="0" smtClean="0"/>
              <a:t>aho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7354976" y="5326772"/>
            <a:ext cx="196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MQTT 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9390226" y="5266692"/>
            <a:ext cx="196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MQTT x </a:t>
            </a:r>
            <a:endParaRPr lang="pt-BR" dirty="0"/>
          </a:p>
        </p:txBody>
      </p:sp>
      <p:sp>
        <p:nvSpPr>
          <p:cNvPr id="20" name="Seta para a direita 19"/>
          <p:cNvSpPr/>
          <p:nvPr/>
        </p:nvSpPr>
        <p:spPr>
          <a:xfrm>
            <a:off x="8162618" y="5297738"/>
            <a:ext cx="1111384" cy="382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RECIPIENTE PARA ARMAZENAMENTO 1,9L TRANSPARENTE QUADRADO - 22X22CM -  RUBBERMAID - Loja Rubbermaid by Senta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80" y="2387190"/>
            <a:ext cx="2562896" cy="256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737" y="1331877"/>
            <a:ext cx="2316913" cy="174111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418" y="3076340"/>
            <a:ext cx="2316913" cy="1741112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6838581" y="2907866"/>
            <a:ext cx="25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Cachorro 1</a:t>
            </a:r>
            <a:endParaRPr lang="pt-BR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7862767" y="4696502"/>
            <a:ext cx="25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Cachorro 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830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Explicando o código?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50059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paho.mqtt.client → biblioteca para enviar dados via MQTT.</a:t>
            </a:r>
          </a:p>
          <a:p>
            <a:endParaRPr lang="pt-BR" dirty="0"/>
          </a:p>
          <a:p>
            <a:r>
              <a:rPr lang="pt-BR" dirty="0" smtClean="0"/>
              <a:t>ssl </a:t>
            </a:r>
            <a:r>
              <a:rPr lang="pt-BR" dirty="0"/>
              <a:t>→ configura conexão segura (TLS) com o servidor.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91" y="1536701"/>
            <a:ext cx="4932944" cy="19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9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Explicando o código?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50059"/>
          </a:xfrm>
        </p:spPr>
        <p:txBody>
          <a:bodyPr>
            <a:normAutofit fontScale="92500" lnSpcReduction="10000"/>
          </a:bodyPr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Define os dados de acesso ao broker MQTT: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BROKER → endereço do servidor MQTT.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PORT → porta </a:t>
            </a:r>
            <a:r>
              <a:rPr lang="pt-BR" dirty="0" smtClean="0"/>
              <a:t>usada na comunicação.</a:t>
            </a: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USERNAME e PASSWORD → login do projeto.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399"/>
            <a:ext cx="6890022" cy="144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2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Explicando o código?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50059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Sensores usados no projeto.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Alertas gerados sobre temperatura alta, pouca água e quantidade de água inserida.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71" y="1750095"/>
            <a:ext cx="4797782" cy="11132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71" y="3486049"/>
            <a:ext cx="5728794" cy="13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2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Explicando o código?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50059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Sensores usados no projeto.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Alertas gerados sobre temperatura alta, pouca água e quantidade de água inserida.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71" y="1750095"/>
            <a:ext cx="4797782" cy="11132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71" y="3486049"/>
            <a:ext cx="5728794" cy="13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5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Explicando o código?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50059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Cria o cliente MQTT.</a:t>
            </a:r>
          </a:p>
          <a:p>
            <a:endParaRPr lang="pt-BR" dirty="0"/>
          </a:p>
          <a:p>
            <a:r>
              <a:rPr lang="pt-BR" dirty="0"/>
              <a:t>Configura usuário e senha.</a:t>
            </a:r>
          </a:p>
          <a:p>
            <a:endParaRPr lang="pt-BR" dirty="0"/>
          </a:p>
          <a:p>
            <a:r>
              <a:rPr lang="pt-BR" dirty="0"/>
              <a:t>Ativa TLS (conexão segura).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9" y="1475233"/>
            <a:ext cx="5242708" cy="17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8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Mercado para este projeto?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761344"/>
            <a:ext cx="8596668" cy="3880773"/>
          </a:xfrm>
        </p:spPr>
        <p:txBody>
          <a:bodyPr/>
          <a:lstStyle/>
          <a:p>
            <a:r>
              <a:rPr lang="pt-BR" dirty="0" smtClean="0"/>
              <a:t>Foram feitas várias pesquisas e não foram encontrados projetos com um sistema completo.</a:t>
            </a:r>
          </a:p>
          <a:p>
            <a:r>
              <a:rPr lang="pt-BR" dirty="0"/>
              <a:t>A</a:t>
            </a:r>
            <a:r>
              <a:rPr lang="pt-BR" dirty="0" smtClean="0"/>
              <a:t> grande maioria não englobam um sistema único capaz monitorar 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Q</a:t>
            </a:r>
            <a:r>
              <a:rPr lang="pt-BR" dirty="0" smtClean="0"/>
              <a:t>ualidade da saúde do animal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</a:t>
            </a:r>
            <a:r>
              <a:rPr lang="pt-BR" dirty="0" smtClean="0"/>
              <a:t>istinguir qual animal bebeu água.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/>
              <a:t>Quanto de água cada animal bebeu.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/>
              <a:t>Monitorar quantos passos esse animal percorreu no dia.</a:t>
            </a:r>
            <a:endParaRPr lang="pt-BR" dirty="0"/>
          </a:p>
          <a:p>
            <a:r>
              <a:rPr lang="pt-BR" dirty="0" smtClean="0"/>
              <a:t>Esse </a:t>
            </a:r>
            <a:r>
              <a:rPr lang="pt-BR" dirty="0" smtClean="0"/>
              <a:t>projeto busca englobar tudo isto, ou seja, bebedouro, coleiras inteligentes com aplicativo de monitoramento.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459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Benefícios deste Projeto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Saúde do animal: garante que o cachorro esteja sempre </a:t>
            </a:r>
            <a:r>
              <a:rPr lang="pt-BR" dirty="0" smtClean="0"/>
              <a:t>hidratado.</a:t>
            </a:r>
            <a:r>
              <a:rPr lang="pt-BR" dirty="0"/>
              <a:t>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Monitoramento </a:t>
            </a:r>
            <a:r>
              <a:rPr lang="pt-BR" dirty="0"/>
              <a:t>remoto: mesmo fora de casa, o dono pode acompanhar os alertas e relatórios.</a:t>
            </a:r>
          </a:p>
          <a:p>
            <a:endParaRPr lang="pt-BR" dirty="0"/>
          </a:p>
          <a:p>
            <a:r>
              <a:rPr lang="pt-BR" dirty="0"/>
              <a:t>Prevenção de problemas: alertas automáticos ajudam a evitar desidratação ou </a:t>
            </a:r>
            <a:r>
              <a:rPr lang="pt-BR" dirty="0" smtClean="0"/>
              <a:t>exposição </a:t>
            </a:r>
            <a:r>
              <a:rPr lang="pt-BR" dirty="0"/>
              <a:t>a calor excessivo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497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Possíveis integrações Projeto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projeto pode ser integrado a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r>
              <a:rPr lang="pt-BR" dirty="0"/>
              <a:t>O projeto pode futuramente usar IA para</a:t>
            </a:r>
            <a:r>
              <a:rPr lang="pt-BR" dirty="0" smtClean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/>
              <a:t>Prever </a:t>
            </a:r>
            <a:r>
              <a:rPr lang="pt-BR" dirty="0"/>
              <a:t>quando o animal vai beber </a:t>
            </a:r>
            <a:r>
              <a:rPr lang="pt-BR" dirty="0" smtClean="0"/>
              <a:t>água.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/>
              <a:t>Detectar </a:t>
            </a:r>
            <a:r>
              <a:rPr lang="pt-BR" dirty="0"/>
              <a:t>padrões anormais nos batimentos </a:t>
            </a:r>
            <a:r>
              <a:rPr lang="pt-BR" dirty="0" smtClean="0"/>
              <a:t>cardíacos.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21976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838</TotalTime>
  <Words>534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Facetado</vt:lpstr>
      <vt:lpstr>Sistema Inteligente para Cachorros</vt:lpstr>
      <vt:lpstr>O que é?</vt:lpstr>
      <vt:lpstr>O que é?</vt:lpstr>
      <vt:lpstr>O que é o Projeto?</vt:lpstr>
      <vt:lpstr>Ideia de implementação</vt:lpstr>
      <vt:lpstr>Ideia de implementação</vt:lpstr>
      <vt:lpstr>Ideia de implementação</vt:lpstr>
      <vt:lpstr>Explicando o código?</vt:lpstr>
      <vt:lpstr>Explicando o código?</vt:lpstr>
      <vt:lpstr>Explicando o código?</vt:lpstr>
      <vt:lpstr>Explicando o código?</vt:lpstr>
      <vt:lpstr>Explicando o código?</vt:lpstr>
      <vt:lpstr>Mercado para este projeto?</vt:lpstr>
      <vt:lpstr>Benefícios deste Projeto</vt:lpstr>
      <vt:lpstr>Possíveis integrações Projeto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para Detecção de Objetos Esquecidos Em Escolas</dc:title>
  <dc:creator>Douglas</dc:creator>
  <cp:lastModifiedBy>Douglas</cp:lastModifiedBy>
  <cp:revision>39</cp:revision>
  <dcterms:created xsi:type="dcterms:W3CDTF">2025-11-03T22:02:42Z</dcterms:created>
  <dcterms:modified xsi:type="dcterms:W3CDTF">2025-11-17T19:29:13Z</dcterms:modified>
</cp:coreProperties>
</file>